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790688db-323a-451e-82dc-978565d0e166.fntdata" /><ns0:Relationship Id="rIdFont20" Type="http://schemas.openxmlformats.org/officeDocument/2006/relationships/font" Target="fonts/41a85d8a-7cb1-4d54-bba0-4e03de2388b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3875633"/>
            <a:ext cx="10668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87563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124967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B.TECH PROJECT PRESENTATION •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58342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Warehouse Management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80308"/>
            <a:ext cx="8334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A Web-Based System for Inventory and Warehouse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51858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SUBMITTED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2358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Praveen Bonala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61433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B.Tech – Artificial Intelligence &amp;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150" y="4151858"/>
            <a:ext cx="2857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RAJASHEKAR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150" y="4342358"/>
            <a:ext cx="285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[Faculty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8150" y="4561433"/>
            <a:ext cx="285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ST MARY'S GROUP OF INSTITUTIONS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09850"/>
            <a:ext cx="3378249" cy="2657475"/>
          </a:xfrm>
          <a:prstGeom prst="roundRect">
            <a:avLst>
              <a:gd name="adj" fmla="val 57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609850"/>
            <a:ext cx="3378249" cy="2657475"/>
          </a:xfrm>
          <a:prstGeom prst="roundRect">
            <a:avLst>
              <a:gd name="adj" fmla="val 57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241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527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29241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304800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0812" y="3176587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0049" y="304800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571875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Web-Based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924300"/>
            <a:ext cx="28448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Warehouse Management Portal is a complete web-based application designed to streamline facility operations.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Helps manage products, stock levels, suppliers, and customer orders from a single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571875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Efficiency &amp;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3924300"/>
            <a:ext cx="28448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Reduces manual work, keeps information organized, and improves stock tracking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622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609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2576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7450" y="30622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7450" y="37099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7450" y="43576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9622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6099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42576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4575" y="30622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4575" y="37099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575" y="43576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2962275"/>
            <a:ext cx="533816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Manual Stock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3219450"/>
            <a:ext cx="5083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Stock data maintained manually leads to high error rates.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3609975"/>
            <a:ext cx="51006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Information Discrepancies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3867150"/>
            <a:ext cx="4857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Product information can be lost or entered incorrectly.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4257675"/>
            <a:ext cx="62257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Low-Stock Identification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451485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Difficult to timely identify low stock items before stockouts occur.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6550" y="3062287"/>
            <a:ext cx="5505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Unorganized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6550" y="3319462"/>
            <a:ext cx="550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Supplier and order data remain fragmented and unorganized.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6550" y="3709987"/>
            <a:ext cx="5505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Time-Consuming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3967162"/>
            <a:ext cx="5405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Manual work consumes excessive time and delays dispatch.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6550" y="4357687"/>
            <a:ext cx="5505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Tracking 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4614862"/>
            <a:ext cx="5505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Tracking overall inventory becomes difficult as operations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17490"/>
            <a:ext cx="4784973" cy="1842045"/>
          </a:xfrm>
          <a:prstGeom prst="roundRect">
            <a:avLst>
              <a:gd name="adj" fmla="val 8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13673" y="2709862"/>
            <a:ext cx="5616326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998" y="3419475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998" y="3733800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998" y="404812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998" y="436245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998" y="4676775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331815"/>
            <a:ext cx="545517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Digital Warehouse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722340"/>
            <a:ext cx="4251573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The Warehouse Management Portal provides a centralized digital solution to manage all core warehouse activities efficiently.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7998" y="3024187"/>
            <a:ext cx="606400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KEY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648" y="3395662"/>
            <a:ext cx="581635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Add and manage products seamlessly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648" y="3709987"/>
            <a:ext cx="581635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Monitor inventory and track stock 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648" y="4024312"/>
            <a:ext cx="581635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Maintain comprehensive supplier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648" y="4338637"/>
            <a:ext cx="581635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Create and manage customer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5648" y="4652962"/>
            <a:ext cx="581635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Instant low-stock alerts &amp; dashboard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622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7099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3576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7450" y="29622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7450" y="36099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7450" y="42576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306228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70998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435768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4575" y="29622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4575" y="36099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575" y="42576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062287"/>
            <a:ext cx="56507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System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319462"/>
            <a:ext cx="5381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Develop a simple, reliable warehouse management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709987"/>
            <a:ext cx="58132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Digital Cataloging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3967162"/>
            <a:ext cx="5536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Manage product information digitally with structured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357687"/>
            <a:ext cx="4400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Inventory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614862"/>
            <a:ext cx="4191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Track inventory and available stock in real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2962275"/>
            <a:ext cx="523815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Supplier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3219450"/>
            <a:ext cx="4988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Maintain comprehensive and updated supplier records.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3609975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Order 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650" y="3867150"/>
            <a:ext cx="5467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Manage customer orders efficiently to avoid fulfillment delays.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4650" y="4257675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Error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4514850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Reduce manual errors and improve speed &amp; accuracy in stock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527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527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0527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3176587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524" y="3176587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5761" y="3176587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Main Modules (1 /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Shows overall products, stock levels, suppliers, and customer orders at a glance.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Product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Add, view, edit, and delete product details and catalog parameters easily.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Inventory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Monitor stock quantity and update available inventory dynamically.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527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527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0527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575" y="3176587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0812" y="3176587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0049" y="317658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Main Modules (2 /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4. Supplier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Store supplier name, contact info, and company details in one organized directory.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5. Order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Create, update, and track customer orders smoothly through fulfillment.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6. Low Stock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warnings to help identify products that need immediate restocking.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90900"/>
            <a:ext cx="1981200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33700" y="3452812"/>
            <a:ext cx="1981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05400" y="3352800"/>
            <a:ext cx="19812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77100" y="3352800"/>
            <a:ext cx="19812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8800" y="3352800"/>
            <a:ext cx="19812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Technologies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629025"/>
            <a:ext cx="19752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48100"/>
            <a:ext cx="1600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Structure of web pages.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1825" y="3690937"/>
            <a:ext cx="19752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1825" y="3986212"/>
            <a:ext cx="188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Design and styling.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3525" y="3590925"/>
            <a:ext cx="19752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3525" y="3886200"/>
            <a:ext cx="1600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Interactivity &amp; dynamics.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5225" y="3590925"/>
            <a:ext cx="19752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Bootstrap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5225" y="3886200"/>
            <a:ext cx="1600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Responsive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6925" y="3590925"/>
            <a:ext cx="19752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Local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925" y="3886200"/>
            <a:ext cx="1600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Client data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86137"/>
            <a:ext cx="1650950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5350" y="3386137"/>
            <a:ext cx="1650950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700" y="3386137"/>
            <a:ext cx="1650950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051" y="3386137"/>
            <a:ext cx="1650950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75401" y="3386137"/>
            <a:ext cx="1650950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78751" y="3295650"/>
            <a:ext cx="1650950" cy="1285875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PROCESS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System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662" y="3586162"/>
            <a:ext cx="1563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662" y="3929062"/>
            <a:ext cx="1563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User opens the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9012" y="3586162"/>
            <a:ext cx="1563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9012" y="3929062"/>
            <a:ext cx="1563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User views the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2363" y="3586162"/>
            <a:ext cx="1563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2363" y="3929062"/>
            <a:ext cx="1563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User handles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5713" y="3586162"/>
            <a:ext cx="1563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5713" y="3929062"/>
            <a:ext cx="1563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User updates stock quantity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064" y="3586162"/>
            <a:ext cx="1563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284C7"/>
                </a:solidFill>
                <a:latin typeface="Plus Jakarta San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064" y="3929062"/>
            <a:ext cx="1563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User maintains suppliers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2414" y="3495675"/>
            <a:ext cx="1563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284C7"/>
                </a:solidFill>
                <a:latin typeface="Plus Jakarta San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2414" y="3838575"/>
            <a:ext cx="15636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34155"/>
                </a:solidFill>
                <a:latin typeface="Plus Jakarta Sans"/>
              </a:rPr>
              <a:t>User creates/tracks orders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52700"/>
            <a:ext cx="5560814" cy="2771775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5714" y="2946052"/>
            <a:ext cx="4764285" cy="1984920"/>
          </a:xfrm>
          <a:prstGeom prst="roundRect">
            <a:avLst>
              <a:gd name="adj" fmla="val 959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976562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567112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157662"/>
            <a:ext cx="171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748212"/>
            <a:ext cx="171450" cy="18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6239" y="3336577"/>
            <a:ext cx="513576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lus Jakarta San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6239" y="3717577"/>
            <a:ext cx="407848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Plus Jakarta Sans"/>
              </a:rPr>
              <a:t>The project can be enhanced in future versions with advanced features and AI-based predictive stock forecasting.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325" y="2943225"/>
            <a:ext cx="4570214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Provides a simple digital solution for warehouse operations.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7325" y="3533775"/>
            <a:ext cx="4570214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Manages products, stock, suppliers, and orders in one 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7325" y="4124325"/>
            <a:ext cx="4570214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Removes manual effort and significantly improves data accuracy.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7325" y="4714875"/>
            <a:ext cx="566990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Makes inventory monitoring faster and more organized.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6949" y="2738437"/>
            <a:ext cx="33782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867025"/>
            <a:ext cx="3378249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527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30527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1813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3176587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099" y="3176587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474" y="3305175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Barcode &amp; QR Scanning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Integration of optical scanners for rapid item check-in and check-out.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274" y="3700462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AI Demand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4052887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Machine learning models to predict stock requirements based on trends.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829050"/>
            <a:ext cx="3608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Cloud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4181475"/>
            <a:ext cx="28448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Scaling the web portal for multi-warehouse remote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0250" y="3833812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8314" y="2443162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0359" y="3214687"/>
            <a:ext cx="2631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0265" y="4214812"/>
            <a:ext cx="4131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Plus Jakarta Sans"/>
              </a:rPr>
              <a:t>Praveen Bonala • B.Tech AI &amp; ML •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